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8288000" cy="10287000"/>
  <p:notesSz cx="6858000" cy="9144000"/>
  <p:defaultTextStyle>
    <a:defPPr>
      <a:defRPr lang="ru-RU"/>
    </a:defPPr>
    <a:lvl1pPr marL="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AA773-043F-41AF-BDC2-7525FCDE9985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A8D20-AA0A-4048-A54F-E707329C21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0049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BAA773-043F-41AF-BDC2-7525FCDE9985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EA8D20-AA0A-4048-A54F-E707329C21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136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838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205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736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416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811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363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848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409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9841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27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7981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8974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4994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2966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7846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2370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615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6259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1466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0006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9478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2715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0626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2166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7857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4327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58631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Произвольный</PresentationFormat>
  <Paragraphs>0</Paragraphs>
  <Slides>27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KamoliddinTurayev</dc:creator>
  <cp:lastModifiedBy>KamoliddinTurayev</cp:lastModifiedBy>
  <cp:revision>1</cp:revision>
  <dcterms:created xsi:type="dcterms:W3CDTF">2026-05-01T05:31:39Z</dcterms:created>
  <dcterms:modified xsi:type="dcterms:W3CDTF">2026-05-01T05:31:39Z</dcterms:modified>
</cp:coreProperties>
</file>
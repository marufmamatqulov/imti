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299A3-9570-4827-A2B1-0334A8FA4FAD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AAFF-8BBB-4A16-90B2-F5CB3186DC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5927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299A3-9570-4827-A2B1-0334A8FA4FAD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AAAFF-8BBB-4A16-90B2-F5CB3186DC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5736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659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794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00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007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781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102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859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467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615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006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608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096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601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56382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hp</dc:creator>
  <cp:lastModifiedBy>hp</cp:lastModifiedBy>
  <cp:revision>1</cp:revision>
  <dcterms:created xsi:type="dcterms:W3CDTF">2025-04-10T07:15:38Z</dcterms:created>
  <dcterms:modified xsi:type="dcterms:W3CDTF">2025-04-10T07:15:38Z</dcterms:modified>
</cp:coreProperties>
</file>
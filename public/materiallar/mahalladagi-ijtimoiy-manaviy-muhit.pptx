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B8C1-E4E5-4224-8D8A-BC73EB6EF687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92D6-D284-471C-A9A2-A14B48EF9D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71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5B8C1-E4E5-4224-8D8A-BC73EB6EF687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892D6-D284-471C-A9A2-A14B48EF9D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3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7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1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8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3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3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8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8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3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7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4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2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65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2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38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5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66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18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4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466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2025-04-28T16:15:35Z</dcterms:created>
  <dcterms:modified xsi:type="dcterms:W3CDTF">2025-04-28T16:15:35Z</dcterms:modified>
</cp:coreProperties>
</file>
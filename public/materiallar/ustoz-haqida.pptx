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2B79-9D49-462C-951B-CF794C9EEBF9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DC753-5BFC-4EED-B187-1A90A4B16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89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82B79-9D49-462C-951B-CF794C9EEBF9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DC753-5BFC-4EED-B187-1A90A4B16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0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28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96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8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05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5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5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7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03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1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9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72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18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65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17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7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68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78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109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2025-09-25T04:36:43Z</dcterms:created>
  <dcterms:modified xsi:type="dcterms:W3CDTF">2025-09-25T04:36:43Z</dcterms:modified>
</cp:coreProperties>
</file>
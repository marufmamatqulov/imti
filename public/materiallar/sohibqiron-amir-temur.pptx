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D79297E-FCE4-4EA1-8456-42AB8E428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C431C1A1-863B-4502-9466-5944802CF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9AB56B-CEFF-480D-A075-87A34755F62B}" type="datetimeFigureOut">
              <a:rPr lang="ru-RU" smtClean="0"/>
              <a:t>19.03.2024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05AE16C8-6ED7-422A-9488-A20E4576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BB7D0392-EF4D-4932-B0C5-563BE67E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2D95E6-BC01-4870-8678-687568E228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18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29663B6-3743-4644-BEF8-49BF6617F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F4E76907-41B2-4E18-B443-EBD3FDCAE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F6F382E-C51F-4391-A6D8-9636AF93C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9AB56B-CEFF-480D-A075-87A34755F62B}" type="datetimeFigureOut">
              <a:rPr lang="ru-RU" smtClean="0"/>
              <a:t>19.03.2024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319F8DB-6CD4-4A5E-8F8F-FC41CFBAD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39BF8FEC-D305-4C1B-BDEF-5942656500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D95E6-BC01-4870-8678-687568E228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58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03C12AB3-7047-45D8-A3E8-82A201DF6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6DAE534-E79E-40A0-8C1D-8261FB4C2D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705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AA5A151E-45AE-4111-8BBA-8E320B3A5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D783EA39-8F41-45A0-B71D-4C1E36F750D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81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42EBE9A5-9CF8-4FAD-ADD7-C4BDFAC5B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996AD78F-3F81-4275-BFD0-BF30E13A1A2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623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894298AC-A1F0-4EFE-A1AC-8EAE0531C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33EC6B5-E1A9-4C46-A932-F02D8920C1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77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5691ECD8-AEAE-437C-841D-90BD2F871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6080F842-A308-49B0-9738-73119695CEB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225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09999A44-FED5-4274-AA06-B3B69AE99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B972FA7D-4A2C-4F8E-8D80-1196AB678EE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56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ABE7BB64-5BAC-4D1E-90EF-A3AADD20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DE798D4E-8C2B-4E1A-B8F2-953BC86E7C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124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A7CEF5A3-9215-4E82-8531-C51A9ADB9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B6C7D97E-D6C6-4F1B-98C9-158F52F8AD9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0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D2B2E419-81A6-4EFB-8A13-BC494B38C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5C5BD889-8966-46C4-8106-50AF217CF5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4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70BCAC35-81FC-4F68-A8E8-A20B1277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B039A2-017A-4C6D-9AC1-7798F2A3A15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12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0B6350CD-B720-40F5-8F0A-AAF7F483B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6EB59651-0FF6-43DE-A991-56836211481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6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94CB31E4-80D6-4CF0-B119-A379370A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7F0BA114-6EBE-4106-92D0-A086B40357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7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713BC227-D664-4AB1-9516-5C6FE1E7F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A7294586-AEDD-42D5-A2A1-FE381F8FDF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9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>
            <a:extLst>
              <a:ext uri="{FF2B5EF4-FFF2-40B4-BE49-F238E27FC236}">
                <a16:creationId xmlns:a16="http://schemas.microsoft.com/office/drawing/2014/main" xmlns="" id="{BB06879E-D2EA-42E9-96CE-8ABBE6A5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79334CBD-DA91-4D1C-8A32-57E087D945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61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Произвольный</PresentationFormat>
  <Paragraphs>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 turayev</dc:creator>
  <cp:lastModifiedBy>KamoliddinTurayev</cp:lastModifiedBy>
  <cp:revision>1</cp:revision>
  <dcterms:created xsi:type="dcterms:W3CDTF">2023-04-07T10:57:22Z</dcterms:created>
  <dcterms:modified xsi:type="dcterms:W3CDTF">2024-03-19T10:19:59Z</dcterms:modified>
</cp:coreProperties>
</file>
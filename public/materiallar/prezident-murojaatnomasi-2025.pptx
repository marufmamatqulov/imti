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8288000" cy="10287000"/>
  <p:notesSz cx="6858000" cy="9144000"/>
  <p:defaultTextStyle>
    <a:defPPr>
      <a:defRPr lang="ru-RU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260E-BA21-4FD0-90BA-67D23B0D50B1}" type="datetimeFigureOut">
              <a:rPr lang="ru-RU" smtClean="0"/>
              <a:t>28.12.2025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F7C10-9962-4D55-8F6D-EC3F22DE3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679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C260E-BA21-4FD0-90BA-67D23B0D50B1}" type="datetimeFigureOut">
              <a:rPr lang="ru-RU" smtClean="0"/>
              <a:t>28.12.2025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8F7C10-9962-4D55-8F6D-EC3F22DE3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9413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401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95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52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683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153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226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10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02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071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14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975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48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27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566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914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53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361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94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88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50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456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5682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050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0705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4938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688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8879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9210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1409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8945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0473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838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1281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5992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417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7570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36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KamoliddinTurayev</dc:creator>
  <cp:lastModifiedBy>KamoliddinTurayev</cp:lastModifiedBy>
  <cp:revision>1</cp:revision>
  <dcterms:created xsi:type="dcterms:W3CDTF">2025-12-28T12:48:44Z</dcterms:created>
  <dcterms:modified xsi:type="dcterms:W3CDTF">2025-12-28T12:48:44Z</dcterms:modified>
</cp:coreProperties>
</file>
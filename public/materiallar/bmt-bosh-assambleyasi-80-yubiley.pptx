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4D37-CD4B-4974-9B34-8676AB3FA73F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DA58D-FBB1-43EF-8B46-EE261F4A7C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43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14D37-CD4B-4974-9B34-8676AB3FA73F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DA58D-FBB1-43EF-8B46-EE261F4A7C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00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3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4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72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3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63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7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96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89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01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66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88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00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10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713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491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185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71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69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82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8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64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12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67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53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39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685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691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159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76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67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03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090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934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2025-10-03T10:35:12Z</dcterms:created>
  <dcterms:modified xsi:type="dcterms:W3CDTF">2025-10-03T10:35:12Z</dcterms:modified>
</cp:coreProperties>
</file>
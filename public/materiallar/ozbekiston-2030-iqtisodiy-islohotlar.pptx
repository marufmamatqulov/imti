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4593-3BED-42B3-A6A9-EFAEBA86F40A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1552-7CDB-4B01-895D-8099C5F048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31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24593-3BED-42B3-A6A9-EFAEBA86F40A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F1552-7CDB-4B01-895D-8099C5F048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94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4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0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5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7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8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2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7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8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28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7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93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3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0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430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hp</cp:lastModifiedBy>
  <cp:revision>1</cp:revision>
  <dcterms:created xsi:type="dcterms:W3CDTF">2025-04-10T07:18:36Z</dcterms:created>
  <dcterms:modified xsi:type="dcterms:W3CDTF">2025-04-10T07:18:36Z</dcterms:modified>
</cp:coreProperties>
</file>
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defaultTextStyle>
    <a:defPPr>
      <a:defRPr lang="ru-RU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98F62-893D-4C5A-8BAB-2C20C4A15B2A}" type="datetimeFigureOut">
              <a:rPr lang="ru-RU" smtClean="0"/>
              <a:t>27.08.2025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8220F-A92E-4C2B-9A79-1442462ACF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0565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B98F62-893D-4C5A-8BAB-2C20C4A15B2A}" type="datetimeFigureOut">
              <a:rPr lang="ru-RU" smtClean="0"/>
              <a:t>27.08.2025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8220F-A92E-4C2B-9A79-1442462ACF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539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573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460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99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399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699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389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273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169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729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1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58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468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307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708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462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167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679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836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827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688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251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5299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KamoliddinTurayev</dc:creator>
  <cp:lastModifiedBy>KamoliddinTurayev</cp:lastModifiedBy>
  <cp:revision>1</cp:revision>
  <dcterms:created xsi:type="dcterms:W3CDTF">2025-08-27T04:51:58Z</dcterms:created>
  <dcterms:modified xsi:type="dcterms:W3CDTF">2025-08-27T04:51:58Z</dcterms:modified>
</cp:coreProperties>
</file>
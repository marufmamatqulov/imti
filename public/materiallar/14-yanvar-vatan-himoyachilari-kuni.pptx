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B633-09AD-402C-89F8-C3DC7EFC470F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A98F0-472F-4A96-9B8E-4EB5068785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91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FB633-09AD-402C-89F8-C3DC7EFC470F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A98F0-472F-4A96-9B8E-4EB5068785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985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14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92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68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56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1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87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87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77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124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816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71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61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70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841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2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92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230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6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895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63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30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28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98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787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6182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2026-01-07T14:28:38Z</dcterms:created>
  <dcterms:modified xsi:type="dcterms:W3CDTF">2026-01-07T14:28:38Z</dcterms:modified>
</cp:coreProperties>
</file>
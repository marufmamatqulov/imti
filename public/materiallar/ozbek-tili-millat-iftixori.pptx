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D7547-8997-44F1-B2B8-5FDB1BF2FB03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8F940-C38F-4577-B6A3-700284AA38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61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D7547-8997-44F1-B2B8-5FDB1BF2FB03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8F940-C38F-4577-B6A3-700284AA38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84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3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04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04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4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3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52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6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3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7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4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709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2025-10-18T13:07:53Z</dcterms:created>
  <dcterms:modified xsi:type="dcterms:W3CDTF">2025-10-18T13:07:53Z</dcterms:modified>
</cp:coreProperties>
</file>
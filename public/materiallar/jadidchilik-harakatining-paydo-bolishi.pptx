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07BB-6888-4A38-B733-12C2C8BE3C9D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9DE6-E716-4C29-8244-4115F33754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04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B07BB-6888-4A38-B733-12C2C8BE3C9D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C9DE6-E716-4C29-8244-4115F33754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00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2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4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0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23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7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1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95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9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7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9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16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85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36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11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36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2025-04-15T12:09:35Z</dcterms:created>
  <dcterms:modified xsi:type="dcterms:W3CDTF">2025-04-15T12:09:35Z</dcterms:modified>
</cp:coreProperties>
</file>
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2BEC-46CB-4FD1-B966-A68695CB18B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D168-1C8D-47AE-A29C-A23A82F333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3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42BEC-46CB-4FD1-B966-A68695CB18B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0D168-1C8D-47AE-A29C-A23A82F333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65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2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7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6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3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1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7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2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9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4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82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50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94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66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47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80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529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2026-02-15T19:25:07Z</dcterms:created>
  <dcterms:modified xsi:type="dcterms:W3CDTF">2026-02-15T19:25:07Z</dcterms:modified>
</cp:coreProperties>
</file>
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6282F-243B-4FE5-B27E-E8A39006B34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FBBF-4C24-4A08-A0ED-CCC203108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78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6282F-243B-4FE5-B27E-E8A39006B34C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BFBBF-4C24-4A08-A0ED-CCC203108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74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9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0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8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4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8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3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75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5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3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33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5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4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07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59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45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45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48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9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654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75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71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2025-04-21T10:38:09Z</dcterms:created>
  <dcterms:modified xsi:type="dcterms:W3CDTF">2025-04-21T10:38:09Z</dcterms:modified>
</cp:coreProperties>
</file>
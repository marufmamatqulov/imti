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0EF6-E0F0-4C17-9C77-065B80CD7240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628EB-0401-42C7-B3C8-3CF5483795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90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C0EF6-E0F0-4C17-9C77-065B80CD7240}" type="datetimeFigureOut">
              <a:rPr lang="ru-RU" smtClean="0"/>
              <a:t>08.10.2025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628EB-0401-42C7-B3C8-3CF5483795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60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3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5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6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5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8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01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51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4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90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3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74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49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540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2025-10-08T12:43:22Z</dcterms:created>
  <dcterms:modified xsi:type="dcterms:W3CDTF">2025-10-08T12:43:22Z</dcterms:modified>
</cp:coreProperties>
</file>
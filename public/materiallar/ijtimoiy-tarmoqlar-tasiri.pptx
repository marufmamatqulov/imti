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4C04BC6-5FA3-4C62-8EE1-16945B79F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81E4BA1C-9EC8-45DF-A7EE-444CD224B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03084-1931-45B5-B5D8-0F5242D35691}" type="datetimeFigureOut">
              <a:rPr lang="ru-RU" smtClean="0"/>
              <a:t>18.07.2025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243CC6EB-CC3C-46D4-A4E7-8DAA9ED75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128182C3-9FE9-47A6-8974-B97BEAF49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E954F-3137-4D6C-9D2A-5066485261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0649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0F84098-A553-41C2-A74B-ABA21636D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39B3B53E-9099-4A62-9638-190022390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0E88A9F-D51D-4B7E-9FEA-CD84BDDAC1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03084-1931-45B5-B5D8-0F5242D35691}" type="datetimeFigureOut">
              <a:rPr lang="ru-RU" smtClean="0"/>
              <a:t>18.07.2025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2BD171C-A967-4A74-9909-B389AB79D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6E9BB34F-DECB-4645-9E29-491832593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5E954F-3137-4D6C-9D2A-5066485261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579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A7C5B3C3-AF9B-4E69-8D81-C524EB0A0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895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12ADCEE0-5D6D-4BE7-80C1-FF849449E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171CF359-497C-4AA7-947B-87B41C23D99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989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14F63230-05AC-46B1-B169-70702C60E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B3DA0DEB-7D76-4018-801B-350F5356AF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626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7AA4098B-ABFC-40AF-993C-CBB5C9343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460468DD-2C17-4688-A243-CF17A8EAAA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885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D1C4D302-AA82-4F73-915B-97CD775D7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64F97970-7FFE-4FF6-A34A-72DF623A3B1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63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A4134F36-5886-43B6-A30D-182CA9E0D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003F230A-836D-4F24-94A7-CDAAF732C8D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96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DEF60444-96D9-4D5C-93D4-1FBA43AF3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DABC69D5-FFEC-4C78-92A4-7E20FA6B5FB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054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5F6F688A-D6C8-46AD-A5FA-DEA19947C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5D0C2F78-5F45-4E67-ADED-629F91E3774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84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BA4482CC-0B68-466C-86B6-7966F8D4E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1228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Широкоэкранный</PresentationFormat>
  <Paragraphs>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Avloniy</dc:creator>
  <cp:lastModifiedBy>KamoliddinTurayev</cp:lastModifiedBy>
  <cp:revision>2</cp:revision>
  <dcterms:created xsi:type="dcterms:W3CDTF">2025-07-18T13:07:41Z</dcterms:created>
  <dcterms:modified xsi:type="dcterms:W3CDTF">2025-07-18T13:56:02Z</dcterms:modified>
</cp:coreProperties>
</file>
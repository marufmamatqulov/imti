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</p:sldIdLst>
  <p:sldSz cx="18288000" cy="10287000"/>
  <p:notesSz cx="6858000" cy="9144000"/>
  <p:defaultTextStyle>
    <a:defPPr>
      <a:defRPr lang="ru-RU"/>
    </a:defPPr>
    <a:lvl1pPr marL="0" algn="l" defTabSz="1371600" rtl="0" eaLnBrk="1" latinLnBrk="0" hangingPunct="1">
      <a:defRPr sz="2700" kern="1200">
        <a:solidFill>
          <a:schemeClr val="tx1"/>
        </a:solidFill>
        <a:latin typeface="+mn-lt"/>
        <a:ea typeface="+mn-ea"/>
        <a:cs typeface="+mn-cs"/>
      </a:defRPr>
    </a:lvl1pPr>
    <a:lvl2pPr marL="685800" algn="l" defTabSz="1371600" rtl="0" eaLnBrk="1" latinLnBrk="0" hangingPunct="1">
      <a:defRPr sz="2700" kern="1200">
        <a:solidFill>
          <a:schemeClr val="tx1"/>
        </a:solidFill>
        <a:latin typeface="+mn-lt"/>
        <a:ea typeface="+mn-ea"/>
        <a:cs typeface="+mn-cs"/>
      </a:defRPr>
    </a:lvl2pPr>
    <a:lvl3pPr marL="1371600" algn="l" defTabSz="1371600" rtl="0" eaLnBrk="1" latinLnBrk="0" hangingPunct="1">
      <a:defRPr sz="2700" kern="1200">
        <a:solidFill>
          <a:schemeClr val="tx1"/>
        </a:solidFill>
        <a:latin typeface="+mn-lt"/>
        <a:ea typeface="+mn-ea"/>
        <a:cs typeface="+mn-cs"/>
      </a:defRPr>
    </a:lvl3pPr>
    <a:lvl4pPr marL="2057400" algn="l" defTabSz="1371600" rtl="0" eaLnBrk="1" latinLnBrk="0" hangingPunct="1">
      <a:defRPr sz="2700" kern="1200">
        <a:solidFill>
          <a:schemeClr val="tx1"/>
        </a:solidFill>
        <a:latin typeface="+mn-lt"/>
        <a:ea typeface="+mn-ea"/>
        <a:cs typeface="+mn-cs"/>
      </a:defRPr>
    </a:lvl4pPr>
    <a:lvl5pPr marL="2743200" algn="l" defTabSz="1371600" rtl="0" eaLnBrk="1" latinLnBrk="0" hangingPunct="1">
      <a:defRPr sz="2700" kern="1200">
        <a:solidFill>
          <a:schemeClr val="tx1"/>
        </a:solidFill>
        <a:latin typeface="+mn-lt"/>
        <a:ea typeface="+mn-ea"/>
        <a:cs typeface="+mn-cs"/>
      </a:defRPr>
    </a:lvl5pPr>
    <a:lvl6pPr marL="3429000" algn="l" defTabSz="1371600" rtl="0" eaLnBrk="1" latinLnBrk="0" hangingPunct="1">
      <a:defRPr sz="2700" kern="1200">
        <a:solidFill>
          <a:schemeClr val="tx1"/>
        </a:solidFill>
        <a:latin typeface="+mn-lt"/>
        <a:ea typeface="+mn-ea"/>
        <a:cs typeface="+mn-cs"/>
      </a:defRPr>
    </a:lvl6pPr>
    <a:lvl7pPr marL="4114800" algn="l" defTabSz="1371600" rtl="0" eaLnBrk="1" latinLnBrk="0" hangingPunct="1">
      <a:defRPr sz="2700" kern="1200">
        <a:solidFill>
          <a:schemeClr val="tx1"/>
        </a:solidFill>
        <a:latin typeface="+mn-lt"/>
        <a:ea typeface="+mn-ea"/>
        <a:cs typeface="+mn-cs"/>
      </a:defRPr>
    </a:lvl7pPr>
    <a:lvl8pPr marL="4800600" algn="l" defTabSz="1371600" rtl="0" eaLnBrk="1" latinLnBrk="0" hangingPunct="1">
      <a:defRPr sz="2700" kern="1200">
        <a:solidFill>
          <a:schemeClr val="tx1"/>
        </a:solidFill>
        <a:latin typeface="+mn-lt"/>
        <a:ea typeface="+mn-ea"/>
        <a:cs typeface="+mn-cs"/>
      </a:defRPr>
    </a:lvl8pPr>
    <a:lvl9pPr marL="5486400" algn="l" defTabSz="1371600" rtl="0" eaLnBrk="1" latinLnBrk="0" hangingPunct="1">
      <a:defRPr sz="27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0926BA-E205-44CE-8CAC-3708FBE6A5F8}" type="datetimeFigureOut">
              <a:rPr lang="ru-RU" smtClean="0"/>
              <a:t>02.12.2025</a:t>
            </a:fld>
            <a:endParaRPr lang="ru-RU"/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AEB227-D5B7-4E32-BC9B-CBF945526CA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01108714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257300" y="547688"/>
            <a:ext cx="15773400" cy="198834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1257300" y="2738438"/>
            <a:ext cx="15773400" cy="652700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2"/>
          </p:nvPr>
        </p:nvSpPr>
        <p:spPr>
          <a:xfrm>
            <a:off x="1257300" y="9534526"/>
            <a:ext cx="4114800" cy="5476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8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20926BA-E205-44CE-8CAC-3708FBE6A5F8}" type="datetimeFigureOut">
              <a:rPr lang="ru-RU" smtClean="0"/>
              <a:t>02.12.2025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3"/>
          </p:nvPr>
        </p:nvSpPr>
        <p:spPr>
          <a:xfrm>
            <a:off x="6057900" y="9534526"/>
            <a:ext cx="6172200" cy="5476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8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4"/>
          </p:nvPr>
        </p:nvSpPr>
        <p:spPr>
          <a:xfrm>
            <a:off x="12915900" y="9534526"/>
            <a:ext cx="4114800" cy="5476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8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DAEB227-D5B7-4E32-BC9B-CBF945526CA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53149126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4" r:id="rId1"/>
  </p:sldLayoutIdLst>
  <p:txStyles>
    <p:titleStyle>
      <a:lvl1pPr algn="l" defTabSz="1371600" rtl="0" eaLnBrk="1" latinLnBrk="0" hangingPunct="1">
        <a:lnSpc>
          <a:spcPct val="90000"/>
        </a:lnSpc>
        <a:spcBef>
          <a:spcPct val="0"/>
        </a:spcBef>
        <a:buNone/>
        <a:defRPr sz="66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1371600" rtl="0" eaLnBrk="1" latinLnBrk="0" hangingPunct="1">
        <a:lnSpc>
          <a:spcPct val="90000"/>
        </a:lnSpc>
        <a:spcBef>
          <a:spcPts val="1500"/>
        </a:spcBef>
        <a:buFont typeface="Arial" panose="020B0604020202020204" pitchFamily="34" charset="0"/>
        <a:buChar char="•"/>
        <a:defRPr sz="4200" kern="1200">
          <a:solidFill>
            <a:schemeClr val="tx1"/>
          </a:solidFill>
          <a:latin typeface="+mn-lt"/>
          <a:ea typeface="+mn-ea"/>
          <a:cs typeface="+mn-cs"/>
        </a:defRPr>
      </a:lvl1pPr>
      <a:lvl2pPr marL="1028700" indent="-342900" algn="l" defTabSz="13716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3600" kern="1200">
          <a:solidFill>
            <a:schemeClr val="tx1"/>
          </a:solidFill>
          <a:latin typeface="+mn-lt"/>
          <a:ea typeface="+mn-ea"/>
          <a:cs typeface="+mn-cs"/>
        </a:defRPr>
      </a:lvl2pPr>
      <a:lvl3pPr marL="1714500" indent="-342900" algn="l" defTabSz="13716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3000" kern="1200">
          <a:solidFill>
            <a:schemeClr val="tx1"/>
          </a:solidFill>
          <a:latin typeface="+mn-lt"/>
          <a:ea typeface="+mn-ea"/>
          <a:cs typeface="+mn-cs"/>
        </a:defRPr>
      </a:lvl3pPr>
      <a:lvl4pPr marL="2400300" indent="-342900" algn="l" defTabSz="13716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700" kern="1200">
          <a:solidFill>
            <a:schemeClr val="tx1"/>
          </a:solidFill>
          <a:latin typeface="+mn-lt"/>
          <a:ea typeface="+mn-ea"/>
          <a:cs typeface="+mn-cs"/>
        </a:defRPr>
      </a:lvl4pPr>
      <a:lvl5pPr marL="3086100" indent="-342900" algn="l" defTabSz="13716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700" kern="1200">
          <a:solidFill>
            <a:schemeClr val="tx1"/>
          </a:solidFill>
          <a:latin typeface="+mn-lt"/>
          <a:ea typeface="+mn-ea"/>
          <a:cs typeface="+mn-cs"/>
        </a:defRPr>
      </a:lvl5pPr>
      <a:lvl6pPr marL="3771900" indent="-342900" algn="l" defTabSz="13716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700" kern="1200">
          <a:solidFill>
            <a:schemeClr val="tx1"/>
          </a:solidFill>
          <a:latin typeface="+mn-lt"/>
          <a:ea typeface="+mn-ea"/>
          <a:cs typeface="+mn-cs"/>
        </a:defRPr>
      </a:lvl6pPr>
      <a:lvl7pPr marL="4457700" indent="-342900" algn="l" defTabSz="13716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700" kern="1200">
          <a:solidFill>
            <a:schemeClr val="tx1"/>
          </a:solidFill>
          <a:latin typeface="+mn-lt"/>
          <a:ea typeface="+mn-ea"/>
          <a:cs typeface="+mn-cs"/>
        </a:defRPr>
      </a:lvl7pPr>
      <a:lvl8pPr marL="5143500" indent="-342900" algn="l" defTabSz="13716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700" kern="1200">
          <a:solidFill>
            <a:schemeClr val="tx1"/>
          </a:solidFill>
          <a:latin typeface="+mn-lt"/>
          <a:ea typeface="+mn-ea"/>
          <a:cs typeface="+mn-cs"/>
        </a:defRPr>
      </a:lvl8pPr>
      <a:lvl9pPr marL="5829300" indent="-342900" algn="l" defTabSz="13716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7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1371600" rtl="0" eaLnBrk="1" latinLnBrk="0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algn="l" defTabSz="1371600" rtl="0" eaLnBrk="1" latinLnBrk="0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2pPr>
      <a:lvl3pPr marL="1371600" algn="l" defTabSz="1371600" rtl="0" eaLnBrk="1" latinLnBrk="0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3pPr>
      <a:lvl4pPr marL="2057400" algn="l" defTabSz="1371600" rtl="0" eaLnBrk="1" latinLnBrk="0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algn="l" defTabSz="1371600" rtl="0" eaLnBrk="1" latinLnBrk="0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5pPr>
      <a:lvl6pPr marL="3429000" algn="l" defTabSz="1371600" rtl="0" eaLnBrk="1" latinLnBrk="0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6pPr>
      <a:lvl7pPr marL="4114800" algn="l" defTabSz="1371600" rtl="0" eaLnBrk="1" latinLnBrk="0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7pPr>
      <a:lvl8pPr marL="4800600" algn="l" defTabSz="1371600" rtl="0" eaLnBrk="1" latinLnBrk="0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8pPr>
      <a:lvl9pPr marL="5486400" algn="l" defTabSz="1371600" rtl="0" eaLnBrk="1" latinLnBrk="0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eg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eg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eg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eg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jpeg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jpeg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jpeg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jpeg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jpeg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jpeg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jpeg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jpeg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jpeg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jpeg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jpeg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jpeg"/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jpeg"/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jpeg"/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jpeg"/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jpeg"/><Relationship Id="rId1" Type="http://schemas.openxmlformats.org/officeDocument/2006/relationships/slideLayout" Target="../slideLayouts/slideLayout1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jpeg"/><Relationship Id="rId1" Type="http://schemas.openxmlformats.org/officeDocument/2006/relationships/slideLayout" Target="../slideLayouts/slideLayout1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jpe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 hidden="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pic>
        <p:nvPicPr>
          <p:cNvPr id="3" name="Рисунок 2"/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6614277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 hidden="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pic>
        <p:nvPicPr>
          <p:cNvPr id="3" name="Рисунок 2"/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4095603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 hidden="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pic>
        <p:nvPicPr>
          <p:cNvPr id="3" name="Рисунок 2"/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6507278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 hidden="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pic>
        <p:nvPicPr>
          <p:cNvPr id="3" name="Рисунок 2"/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3068630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 hidden="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pic>
        <p:nvPicPr>
          <p:cNvPr id="3" name="Рисунок 2"/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9564051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 hidden="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pic>
        <p:nvPicPr>
          <p:cNvPr id="3" name="Рисунок 2"/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3117032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 hidden="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pic>
        <p:nvPicPr>
          <p:cNvPr id="3" name="Рисунок 2"/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0352008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 hidden="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pic>
        <p:nvPicPr>
          <p:cNvPr id="3" name="Рисунок 2"/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1479134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 hidden="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pic>
        <p:nvPicPr>
          <p:cNvPr id="3" name="Рисунок 2"/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4029581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 hidden="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pic>
        <p:nvPicPr>
          <p:cNvPr id="3" name="Рисунок 2"/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6315443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 hidden="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pic>
        <p:nvPicPr>
          <p:cNvPr id="3" name="Рисунок 2"/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4318068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 hidden="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pic>
        <p:nvPicPr>
          <p:cNvPr id="3" name="Рисунок 2"/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4600702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 hidden="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pic>
        <p:nvPicPr>
          <p:cNvPr id="3" name="Рисунок 2"/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8607091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 hidden="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pic>
        <p:nvPicPr>
          <p:cNvPr id="3" name="Рисунок 2"/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9863336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 hidden="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pic>
        <p:nvPicPr>
          <p:cNvPr id="3" name="Рисунок 2"/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4462843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 hidden="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pic>
        <p:nvPicPr>
          <p:cNvPr id="3" name="Рисунок 2"/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9168176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 hidden="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pic>
        <p:nvPicPr>
          <p:cNvPr id="3" name="Рисунок 2"/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5540133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 hidden="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pic>
        <p:nvPicPr>
          <p:cNvPr id="3" name="Рисунок 2"/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5970376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 hidden="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pic>
        <p:nvPicPr>
          <p:cNvPr id="3" name="Рисунок 2"/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07445090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 hidden="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pic>
        <p:nvPicPr>
          <p:cNvPr id="3" name="Рисунок 2"/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79566167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 hidden="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pic>
        <p:nvPicPr>
          <p:cNvPr id="3" name="Рисунок 2"/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17721241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 hidden="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pic>
        <p:nvPicPr>
          <p:cNvPr id="3" name="Рисунок 2"/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53710657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 hidden="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pic>
        <p:nvPicPr>
          <p:cNvPr id="3" name="Рисунок 2"/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86398059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 hidden="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pic>
        <p:nvPicPr>
          <p:cNvPr id="3" name="Рисунок 2"/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85831209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 hidden="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pic>
        <p:nvPicPr>
          <p:cNvPr id="3" name="Рисунок 2"/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68140716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 hidden="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pic>
        <p:nvPicPr>
          <p:cNvPr id="3" name="Рисунок 2"/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36210016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 hidden="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pic>
        <p:nvPicPr>
          <p:cNvPr id="3" name="Рисунок 2"/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27744267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 hidden="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pic>
        <p:nvPicPr>
          <p:cNvPr id="3" name="Рисунок 2"/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50968249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 hidden="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pic>
        <p:nvPicPr>
          <p:cNvPr id="3" name="Рисунок 2"/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98168041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 hidden="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pic>
        <p:nvPicPr>
          <p:cNvPr id="3" name="Рисунок 2"/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35179072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 hidden="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pic>
        <p:nvPicPr>
          <p:cNvPr id="3" name="Рисунок 2"/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08063441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 hidden="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pic>
        <p:nvPicPr>
          <p:cNvPr id="3" name="Рисунок 2"/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60201535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Произвольный</PresentationFormat>
  <Paragraphs>0</Paragraphs>
  <Slides>32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3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32</vt:i4>
      </vt:variant>
    </vt:vector>
  </HeadingPairs>
  <TitlesOfParts>
    <vt:vector size="36" baseType="lpstr">
      <vt:lpstr>Arial</vt:lpstr>
      <vt:lpstr>Calibri</vt:lpstr>
      <vt:lpstr>Calibri Light</vt:lpstr>
      <vt:lpstr>Тема Office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Company>SPecialiST RePack</Company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dc:creator>KamoliddinTurayev</dc:creator>
  <cp:lastModifiedBy>KamoliddinTurayev</cp:lastModifiedBy>
  <cp:revision>1</cp:revision>
  <dcterms:created xsi:type="dcterms:W3CDTF">2025-12-02T05:42:18Z</dcterms:created>
  <dcterms:modified xsi:type="dcterms:W3CDTF">2025-12-02T05:42:18Z</dcterms:modified>
</cp:coreProperties>
</file>
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DBD3D-90D8-441F-9050-80044D756475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B9A4-9793-4D11-A3D2-885227D8EB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13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DBD3D-90D8-441F-9050-80044D756475}" type="datetimeFigureOut">
              <a:rPr lang="ru-RU" smtClean="0"/>
              <a:t>10.04.2025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B9A4-9793-4D11-A3D2-885227D8EB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73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50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0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7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052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7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3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7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611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4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6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15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95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429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72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36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95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77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67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4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24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00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50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24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76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074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28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2025-04-10T13:43:49Z</dcterms:created>
  <dcterms:modified xsi:type="dcterms:W3CDTF">2025-04-10T13:43:49Z</dcterms:modified>
</cp:coreProperties>
</file>
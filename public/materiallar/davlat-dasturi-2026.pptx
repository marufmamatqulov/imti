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9259C-35C2-4523-861E-E2B670C4C23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9B3C6-D44A-4271-87CE-48D43BDBDE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79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9259C-35C2-4523-861E-E2B670C4C237}" type="datetimeFigureOut">
              <a:rPr lang="ru-RU" smtClean="0"/>
              <a:t>02.05.2026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9B3C6-D44A-4271-87CE-48D43BDBDE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952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6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1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36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3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3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84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4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8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9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71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43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8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77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89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67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35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94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04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44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54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63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5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87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983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715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73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752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913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9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76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452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2026-05-02T11:03:07Z</dcterms:created>
  <dcterms:modified xsi:type="dcterms:W3CDTF">2026-05-02T11:03:07Z</dcterms:modified>
</cp:coreProperties>
</file>